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Nextcloud + Euro-Office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DEFB"/>
                </a:solidFill>
                <a:latin typeface="Calibri"/>
              </a:defRPr>
            </a:pPr>
            <a:r>
              <a:t>A Secure, Air-Gapped Office &amp; File Sharing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Designed for organisations that need full control over their data</a:t>
            </a:r>
            <a:br/>
            <a:r>
              <a:t>without relying on the internet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Many organisations need to share files and edit documents collaboratively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Cloud services (Google Workspace, Microsoft 365) require an internet connection and send data to external servers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Government agencies, defence, healthcare and other sectors often operate on networks with no internet access (air-gapped)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They still need the same productivity tools: file sync, calendar, contacts, document editing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Existing solutions may carry security risks, licensing costs or vendor lock-in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Nextcloud?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 self-hosted platform for file sharing and collaboration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Dropbox/Google Drive replacement you control completely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Features: files, calendar, contacts, email, chat, video calls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Runs on your own hardware - your data never leaves your network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Open source - free to use, no per-user licensing fees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Large ecosystem of apps and integrations</a:t>
            </a:r>
          </a:p>
        </p:txBody>
      </p:sp>
      <p:pic>
        <p:nvPicPr>
          <p:cNvPr id="5" name="Picture 4" descr="nextcloud-local-admi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49470"/>
            <a:ext cx="4572000" cy="2507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Euro-Office?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An office document suite designed for government agencies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Real-time collaborative editing of documents, spreadsheets and presentations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Stripped of external connections and telemetry - safe for classified networks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Integrates directly into Nextcloud for seamless workflow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Supports common formats: .docx, .xlsx, .pptx, .odt and more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Self-hosted - no data leaves your infrastructure</a:t>
            </a:r>
          </a:p>
        </p:txBody>
      </p:sp>
      <p:pic>
        <p:nvPicPr>
          <p:cNvPr id="5" name="Picture 4" descr="example-euro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17445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They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Nextcloud provides the file storage, sharing, and user management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Euro-Office provides the document editing and collaboration engine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Users open a document in Nextcloud and it opens in Euro-Office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Multiple people can edit the same document in real time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Changes are saved directly back to Nextcloud - no separate step needed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All running on your own servers, on your own network</a:t>
            </a:r>
          </a:p>
        </p:txBody>
      </p:sp>
      <p:pic>
        <p:nvPicPr>
          <p:cNvPr id="5" name="Picture 4" descr="overview-containers-next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845257"/>
            <a:ext cx="4114800" cy="1716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Supported Document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Word processing: .docx, .odt, .txt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Spreadsheets: .xlsx, .ods, .csv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Presentations: .pptx, .odp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PDF viewing and editing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Import and export from Microsoft Office formats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Collaborative editing with change tracking</a:t>
            </a:r>
          </a:p>
        </p:txBody>
      </p:sp>
      <p:pic>
        <p:nvPicPr>
          <p:cNvPr id="5" name="Picture 4" descr="document-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35499"/>
            <a:ext cx="4572000" cy="33356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System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Everything runs in isolated containers - like lightweight virtual machines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Containers include: Nextcloud, Euro-Office document server, database, cache, and web server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Managed through a single control panel (AIO - All-in-One)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Automatic restart on system reboot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Can also run on Kubernetes for larger deployments</a:t>
            </a:r>
          </a:p>
        </p:txBody>
      </p:sp>
      <p:pic>
        <p:nvPicPr>
          <p:cNvPr id="5" name="Picture 4" descr="running-container-euro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99656"/>
            <a:ext cx="4114800" cy="2607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Built-in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Euro-Office supports configurable AI models for document assistance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AI runs locally - no data is sent to external cloud AI services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Models can be added and configured through the admin interface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Suitable for organisations exploring AI-assisted document workflows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Can be fully disabled if AI features are not desired</a:t>
            </a:r>
          </a:p>
        </p:txBody>
      </p:sp>
      <p:pic>
        <p:nvPicPr>
          <p:cNvPr id="5" name="Picture 4" descr="euro-office-AI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546032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A6"/>
                </a:solidFill>
                <a:latin typeface="Calibri"/>
              </a:defRPr>
            </a:pPr>
            <a:r>
              <a:t>Option A: Single Server (Podman)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Runs on a single Linux computer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Uses Podman (a secure container engine)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Quick to set up - about 1-2 hours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Ideal for small teams (up to ~50 users)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No special hardware required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Backup with standard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54A6"/>
                </a:solidFill>
                <a:latin typeface="Calibri"/>
              </a:defRPr>
            </a:pPr>
            <a:r>
              <a:t>Option B: Cluster (Kubernetes)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Runs on multiple servers (cluster)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Uses Kubernetes for management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Scales to hundreds of users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Higher availability and fault tolerance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Requires more infrastructure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More complex to set up and maintain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8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Complete data sovereignty - your data never leaves your premises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No internet dependency - works fully offline (air-gapped)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Free and open source - no licensing fees or vendor lock-in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Secure by design - rootless containers, no central server daemon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Government-grade compliance (FedRAMP, NIST, SOC 2 aligned)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Real-time document collaboration like Google Docs / Office 365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Runs on standard Linux hardware - no special equipment needed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Full ecosystem: file sync, calendar, contacts, chat, video calls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Easy to maintain with automated container management</a:t>
            </a:r>
          </a:p>
          <a:p>
            <a:pPr>
              <a:spcAft>
                <a:spcPts val="600"/>
              </a:spcAft>
              <a:defRPr sz="1700">
                <a:solidFill>
                  <a:srgbClr val="1E8E49"/>
                </a:solidFill>
                <a:latin typeface="Calibri"/>
              </a:defRPr>
            </a:pPr>
            <a:r>
              <a:t>+  Can start small and scale to a Kubernetes cluster later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Requires Linux system administration knowledge to install and maintain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Initial setup involves several technical steps and configuration fixes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Self-signed security certificates cause browser warnings (must be accepted)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Some mobile apps may not work with self-signed certificates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Not officially supported by Nextcloud AIO when using Podman (community guide)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Certain features like automatic backups need manual configuration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Updates require manual intervention - not fully automatic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Kubernetes deployment is significantly more complex to set up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No commercial support - relies on community and open-source documentation</a:t>
            </a:r>
          </a:p>
          <a:p>
            <a:pPr>
              <a:spcAft>
                <a:spcPts val="600"/>
              </a:spcAft>
              <a:defRPr sz="1700">
                <a:solidFill>
                  <a:srgbClr val="C0392B"/>
                </a:solidFill>
                <a:latin typeface="Calibri"/>
              </a:defRPr>
            </a:pPr>
            <a:r>
              <a:t>-  Euro-Office is less feature-rich than Microsoft 365 or Google Workspace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Podman Over Docker?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62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Podman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Central daemon (single point of failure)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Daemonless (each container is isolated)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Default privilege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Requires root access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Runs rootless by default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Paid for large organisations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Free and open source (Apache 2.0)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Government Linux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Deprecated by Red Hat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Default engine in RHEL 8+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Actions hidden behind daemon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Direct user ID tracking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Who Benefits from This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Government agencies handling classified or sensitive information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Healthcare organisations subject to patient data regulations (GDPR, HIPAA)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Defence and military networks with no internet connectivity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Education institutions wanting to keep student data in-house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Any organisation that wants to own and control its own IT infrastructure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Teams that need Microsoft Office-like functionality without Microsoft licensing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Nextcloud + Euro-Office provides a complete, self-hosted office suite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Your data stays on your network - no internet connection required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Secure, compliant, and free from vendor lock-in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Runs on affordable Linux hardware using modern container technology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  <a:buClr>
                <a:srgbClr val="000000"/>
              </a:buClr>
            </a:pPr>
            <a:r>
              <a:t>Suitable for organisations of all sizes, from small teams to large agencies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Documentation: najnesnaj.github.io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